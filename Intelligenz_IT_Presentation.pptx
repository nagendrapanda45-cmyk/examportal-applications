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Intelligenz IT ExamPortal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Business Architecture &amp; Functional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end-to-end Applicant Tracking and Assessment platform.</a:t>
            </a:r>
          </a:p>
          <a:p>
            <a:r>
              <a:t>Streamlines campus recruitment and lateral hiring.</a:t>
            </a:r>
          </a:p>
          <a:p>
            <a:r>
              <a:t>Automates registration, online testing, scoring, and proctoring.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Audience &amp;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Administrators (HR / Recruitment Team)</a:t>
            </a:r>
          </a:p>
          <a:p>
            <a:r>
              <a:t>2. Employees / Interviewers</a:t>
            </a:r>
          </a:p>
          <a:p>
            <a:r>
              <a:t>3. Candidates (Test Takers)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Candidate Lifecycle Management (Registration, Invites)</a:t>
            </a:r>
          </a:p>
          <a:p>
            <a:r>
              <a:t>Dynamic Assessment Engine (Question Bank, Unique Instances)</a:t>
            </a:r>
          </a:p>
          <a:p>
            <a:r>
              <a:t>Security &amp; Anti-Cheat (Webcam, GPS, Tab Tracking)</a:t>
            </a:r>
          </a:p>
          <a:p>
            <a:r>
              <a:t>Automated Evaluation &amp;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Monolithic Django Architecture</a:t>
            </a:r>
          </a:p>
          <a:p>
            <a:r>
              <a:t>Frontend: Custom Bootstrap 5 &amp; Material Dashboard 2</a:t>
            </a:r>
          </a:p>
          <a:p>
            <a:r>
              <a:t>Role Based Access Control</a:t>
            </a:r>
          </a:p>
          <a:p>
            <a:r>
              <a:t>Database: Normalized relational models (Users, Tests, Results)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